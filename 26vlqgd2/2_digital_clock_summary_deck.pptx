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57200"/>
            <a:ext cx="210312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Contest Problem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813816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200" b="1">
                <a:solidFill>
                  <a:srgbClr val="0F172A"/>
                </a:solidFill>
                <a:latin typeface="Aptos Display"/>
              </a:rPr>
              <a:t>Digital Clock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865376"/>
            <a:ext cx="694944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200" b="0">
                <a:solidFill>
                  <a:srgbClr val="6B7280"/>
                </a:solidFill>
                <a:latin typeface="Aptos"/>
              </a:rPr>
              <a:t>Count harmonious times in an inclusive future window.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43800" y="960120"/>
            <a:ext cx="3383280" cy="1417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18120" y="1252728"/>
            <a:ext cx="283464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4400" b="1">
                <a:solidFill>
                  <a:srgbClr val="7DD3FC"/>
                </a:solidFill>
                <a:latin typeface="Consolas"/>
              </a:rPr>
              <a:t>14:32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852928"/>
            <a:ext cx="466344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 b="1">
                <a:solidFill>
                  <a:srgbClr val="0F172A"/>
                </a:solidFill>
                <a:latin typeface="Aptos"/>
              </a:rPr>
              <a:t>Core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273552"/>
            <a:ext cx="9875520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0">
                <a:solidFill>
                  <a:srgbClr val="1F2937"/>
                </a:solidFill>
                <a:latin typeface="Aptos"/>
              </a:rPr>
              <a:t>A time HH:MM is harmonious when the digit sum of HH equals the digit sum of MM.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343400"/>
            <a:ext cx="324612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4343400"/>
            <a:ext cx="73152" cy="1143000"/>
          </a:xfrm>
          <a:prstGeom prst="rect">
            <a:avLst/>
          </a:prstGeom>
          <a:solidFill>
            <a:srgbClr val="108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0799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10328"/>
            <a:ext cx="2834639" cy="429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14:32 works because 1 + 4 = 3 + 2 = 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343400"/>
            <a:ext cx="324612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4343400"/>
            <a:ext cx="73152" cy="1143000"/>
          </a:xfrm>
          <a:prstGeom prst="rect">
            <a:avLst/>
          </a:prstGeom>
          <a:solidFill>
            <a:srgbClr val="108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450799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Also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910328"/>
            <a:ext cx="2834639" cy="429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07:07 works because 0 + 7 = 0 + 7 = 7.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343400"/>
            <a:ext cx="324612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4343400"/>
            <a:ext cx="73152" cy="114300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450799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Counterexample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910328"/>
            <a:ext cx="2834639" cy="429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23:58 does not work: 5 is not 13.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PROBLEM 2 / DIGITAL CLOCK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7955279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0F172A"/>
                </a:solidFill>
                <a:latin typeface="Aptos Display"/>
              </a:rPr>
              <a:t>What the program must 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55448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Input is three numbers: H, M, and K.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Start at the current time H:M.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Count every harmonious display from now through K minutes later.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The current minute is included, so the loop checks K + 1 times.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572768"/>
            <a:ext cx="45262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37960" y="1572768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37360"/>
            <a:ext cx="4114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Time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39696"/>
            <a:ext cx="4114800" cy="3383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HH ranges from 00 to 23; MM ranges from 00 to 59.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852928"/>
            <a:ext cx="45262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2852928"/>
            <a:ext cx="73152" cy="10515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114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Window length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419856"/>
            <a:ext cx="4114800" cy="3383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K can be 0, and can stretch across one or more midnight boundaries.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4133087"/>
            <a:ext cx="452628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4133087"/>
            <a:ext cx="73152" cy="1051560"/>
          </a:xfrm>
          <a:prstGeom prst="rect">
            <a:avLst/>
          </a:prstGeom>
          <a:solidFill>
            <a:srgbClr val="108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297679"/>
            <a:ext cx="4114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700016"/>
            <a:ext cx="4114800" cy="33832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Print one natural number: the count of harmonious times.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PROBLEM 2 / DIGITAL CLOCK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7955279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0F172A"/>
                </a:solidFill>
                <a:latin typeface="Aptos Display"/>
              </a:rPr>
              <a:t>Evidence from sample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508760"/>
          <a:ext cx="60807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34440"/>
                <a:gridCol w="1417320"/>
                <a:gridCol w="1508760"/>
                <a:gridCol w="1005840"/>
              </a:tblGrid>
              <a:tr h="48985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Offset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Hour sum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Minute sum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23:58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23:59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08052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08052"/>
                          </a:solidFill>
                          <a:latin typeface="Consolas"/>
                        </a:defRPr>
                      </a:pPr>
                      <a:r>
                        <a:t>00:00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08052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08052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08052"/>
                          </a:solidFill>
                          <a:latin typeface="Aptos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00:01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00:02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858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00:03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Consola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006840" y="1508760"/>
            <a:ext cx="233172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6840" y="150876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0" y="1673351"/>
            <a:ext cx="19202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2075688"/>
            <a:ext cx="1920239" cy="429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23
58
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2907792"/>
            <a:ext cx="233172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06840" y="2907792"/>
            <a:ext cx="73152" cy="1143000"/>
          </a:xfrm>
          <a:prstGeom prst="rect">
            <a:avLst/>
          </a:prstGeom>
          <a:solidFill>
            <a:srgbClr val="108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3072384"/>
            <a:ext cx="19202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Only 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3474720"/>
            <a:ext cx="1920239" cy="429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The interval crosses midnight; 00:00 is the one harmonious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4315968"/>
            <a:ext cx="233172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06840" y="4315968"/>
            <a:ext cx="731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4480559"/>
            <a:ext cx="19202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882896"/>
            <a:ext cx="1920239" cy="429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PROBLEM 2 / DIGITAL CLOCK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7955279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0F172A"/>
                </a:solidFill>
                <a:latin typeface="Aptos Display"/>
              </a:rPr>
              <a:t>Decision: simulate minute by minute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333756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2768"/>
            <a:ext cx="73152" cy="1325880"/>
          </a:xfrm>
          <a:prstGeom prst="rect">
            <a:avLst/>
          </a:prstGeom>
          <a:solidFill>
            <a:srgbClr val="108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92607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Why this is enough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39696"/>
            <a:ext cx="2926079" cy="6126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K is at most 2880 minutes, exactly two days, so K + 1 checks are small.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72768"/>
            <a:ext cx="333756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72768"/>
            <a:ext cx="731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737360"/>
            <a:ext cx="292607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What it avoids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39696"/>
            <a:ext cx="2926079" cy="6126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No need for a formula, prefix table, or special handling for long ranges.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572768"/>
            <a:ext cx="333756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572768"/>
            <a:ext cx="73152" cy="13258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37360"/>
            <a:ext cx="292607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39696"/>
            <a:ext cx="2926079" cy="6126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Time: O(K). Memory: O(1).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74720"/>
            <a:ext cx="950976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900" b="1">
                <a:solidFill>
                  <a:srgbClr val="0F172A"/>
                </a:solidFill>
                <a:latin typeface="Aptos"/>
              </a:rPr>
              <a:t>Algorithm outline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50208"/>
            <a:ext cx="9692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1. Compute digit sums for the current hour and minute.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2. If the sums match, increment the answer.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3. Advance the clock by one minute.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4. Wrap M from 59 to 00 and H from 23 to 00 as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PROBLEM 2 / DIGITAL CLOCK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7955279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0F172A"/>
                </a:solidFill>
                <a:latin typeface="Aptos Display"/>
              </a:rPr>
              <a:t>Implementation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44752"/>
            <a:ext cx="6720840" cy="440740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19072"/>
            <a:ext cx="617220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>
                <a:solidFill>
                  <a:srgbClr val="E2E8F0"/>
                </a:solidFill>
                <a:latin typeface="Consolas"/>
              </a:rPr>
              <a:t>def sum_digits(n):
    return n // 10 + n % 10
count = 0
for _ in range(k + 1):
    if sum_digits(h) == sum_digits(m):
        count += 1
    m += 1
    if m == 60:
        m = 0
        h += 1
        if h == 24:
            h = 0
print(count)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73568" y="1554480"/>
            <a:ext cx="32461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73568" y="155448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2168" y="171907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Helper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2168" y="2121408"/>
            <a:ext cx="2834639" cy="3840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sum_digits works for two-digit display values, including leading-zero times.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2926080"/>
            <a:ext cx="32461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73568" y="2926080"/>
            <a:ext cx="73152" cy="1097280"/>
          </a:xfrm>
          <a:prstGeom prst="rect">
            <a:avLst/>
          </a:prstGeom>
          <a:solidFill>
            <a:srgbClr val="108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309067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Inclusive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3493008"/>
            <a:ext cx="2834639" cy="3840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range(k + 1) handles K = 0 correctly.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4297680"/>
            <a:ext cx="32461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3568" y="4297680"/>
            <a:ext cx="73152" cy="1097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4462272"/>
            <a:ext cx="283463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Clock wrap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4864608"/>
            <a:ext cx="2834639" cy="38404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Minute overflow advances hour; hour overflow returns to 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PROBLEM 2 / DIGITAL CLOCK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7955279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0F172A"/>
                </a:solidFill>
                <a:latin typeface="Aptos Display"/>
              </a:rPr>
              <a:t>Edge cases to protect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72768"/>
            <a:ext cx="31546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72768"/>
            <a:ext cx="73152" cy="1234440"/>
          </a:xfrm>
          <a:prstGeom prst="rect">
            <a:avLst/>
          </a:prstGeom>
          <a:solidFill>
            <a:srgbClr val="108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K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39696"/>
            <a:ext cx="2743200" cy="5212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Check only the current display. Example: 07:07 returns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572768"/>
            <a:ext cx="31546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572768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37360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Midnight crossing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39696"/>
            <a:ext cx="2743200" cy="5212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23:59 advances to 00:00 without leaving the valid range.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572768"/>
            <a:ext cx="31546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572768"/>
            <a:ext cx="73152" cy="1234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737360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Multi-day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139696"/>
            <a:ext cx="2743200" cy="5212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Repeated wrap is safe because each minute normalizes H and 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337560"/>
            <a:ext cx="31546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3756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502152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Leading zeros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04487"/>
            <a:ext cx="2743200" cy="5212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Use numeric H and M; digit sums still match HH and MM display semantics.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337560"/>
            <a:ext cx="31546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3337560"/>
            <a:ext cx="73152" cy="1234440"/>
          </a:xfrm>
          <a:prstGeom prst="rect">
            <a:avLst/>
          </a:prstGeom>
          <a:solidFill>
            <a:srgbClr val="108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502152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Upper bound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904487"/>
            <a:ext cx="2743200" cy="5212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At K = 2880, only 2881 iterations run.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337560"/>
            <a:ext cx="315468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337560"/>
            <a:ext cx="73152" cy="12344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3502152"/>
            <a:ext cx="2743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Output 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904487"/>
            <a:ext cx="2743200" cy="5212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The answer is a single integer count, not the list of times.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PROBLEM 2 / DIGITAL CLOCK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7955279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700" b="1">
                <a:solidFill>
                  <a:srgbClr val="0F172A"/>
                </a:solidFill>
                <a:latin typeface="Aptos Display"/>
              </a:rPr>
              <a:t>Next steps for students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11556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5394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Implement the direct simulation first.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Test both samples exactly as given.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Add boundary tests around 23:59, 00:00, and K = 0.</a:t>
            </a:r>
          </a:p>
          <a:p>
            <a:pPr>
              <a:spcAft>
                <a:spcPts val="8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Confirm the loop uses K + 1 checks.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664208"/>
            <a:ext cx="4434840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29400" y="1664208"/>
            <a:ext cx="73152" cy="1115568"/>
          </a:xfrm>
          <a:prstGeom prst="rect">
            <a:avLst/>
          </a:prstGeom>
          <a:solidFill>
            <a:srgbClr val="108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828800"/>
            <a:ext cx="402335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Primary 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231136"/>
            <a:ext cx="4023359" cy="4023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Simulation is accepted because constraints are tiny.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3054096"/>
            <a:ext cx="4434840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3054096"/>
            <a:ext cx="73152" cy="111556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218688"/>
            <a:ext cx="402335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Main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621024"/>
            <a:ext cx="4023359" cy="4023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Forgetting that the current time is counted.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4443984"/>
            <a:ext cx="4434840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29400" y="4443984"/>
            <a:ext cx="73152" cy="11155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4608576"/>
            <a:ext cx="402335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1">
                <a:solidFill>
                  <a:srgbClr val="0F172A"/>
                </a:solidFill>
                <a:latin typeface="Aptos"/>
              </a:rPr>
              <a:t>Review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010912"/>
            <a:ext cx="4023359" cy="4023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1F2937"/>
                </a:solidFill>
                <a:latin typeface="Aptos"/>
              </a:rPr>
              <a:t>Does the solution still work when the interval crosses midnight twice?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Clock Summary Deck</dc:title>
  <dc:subject>Problem 2 extracted from 2.pdf</dc:subject>
  <dc:creator>Codex</dc:creator>
  <cp:keywords/>
  <dc:description>Created from the extracted key content of 2.pdf; source PDF left unchanged.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